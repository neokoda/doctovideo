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Water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Nature's Continuous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Water Cycle?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continuous movement of water on, above, and below the surface of the Earth.</a:t>
            </a:r>
          </a:p>
          <a:p>
            <a:r>
              <a:t>Powered by solar energy and gravity.</a:t>
            </a:r>
          </a:p>
          <a:p>
            <a:r>
              <a:t>Ensures water availability for all living organisms.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Evaporation &amp; Transpiration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Evaporation: The sun heats up water in oceans, lakes, and rivers, turning it into water vapor.</a:t>
            </a:r>
          </a:p>
          <a:p>
            <a:r>
              <a:t>Transpiration: Plants lose water vapor through their leaves.</a:t>
            </a:r>
          </a:p>
          <a:p>
            <a:r>
              <a:t>Both processes move liquid water into the atmosphere as 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Condensation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water vapor rises, it cools down.</a:t>
            </a:r>
          </a:p>
          <a:p>
            <a:r>
              <a:t>The cooling causes the vapor to change back into liquid water droplets.</a:t>
            </a:r>
          </a:p>
          <a:p>
            <a:r>
              <a:t>These droplets cluster together to form clouds.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Precipitation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clouds become too heavy with water droplets, they fall back to Earth.</a:t>
            </a:r>
          </a:p>
          <a:p>
            <a:r>
              <a:t>Forms of precipitation include rain, snow, sleet, and hail.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Collection &amp; Runoff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Runoff: Water flows over the land surface into rivers and lakes.</a:t>
            </a:r>
          </a:p>
          <a:p>
            <a:r>
              <a:t>Infiltration: Water soaks into the ground, becoming groundwater.</a:t>
            </a:r>
          </a:p>
          <a:p>
            <a:r>
              <a:t>Collection: Water eventually gathers back in oceans and lakes, ready to start the cycle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